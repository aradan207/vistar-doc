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000">
                <a:solidFill>
                  <a:srgbClr val="546E7A"/>
                </a:solidFill>
                <a:latin typeface="Segoe UI Light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